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2c60f37f3b46da" /><Relationship Type="http://schemas.openxmlformats.org/officeDocument/2006/relationships/extended-properties" Target="/docProps/app.xml" Id="R0235a78f30f340f6" /><Relationship Type="http://schemas.openxmlformats.org/officeDocument/2006/relationships/officeDocument" Target="/ppt/presentation.xml" Id="Rc9d1c242883642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aa04f787254129"/>
  </p:sldMasterIdLst>
  <p:notesMasterIdLst>
    <p:notesMasterId xmlns:r="http://schemas.openxmlformats.org/officeDocument/2006/relationships" r:id="Rcd58d2eee2474998"/>
  </p:notesMasterIdLst>
  <p:sldIdLst>
    <p:sldId xmlns:r="http://schemas.openxmlformats.org/officeDocument/2006/relationships" id="256" r:id="Rfdf90ddd369f4309"/>
    <p:sldId xmlns:r="http://schemas.openxmlformats.org/officeDocument/2006/relationships" id="257" r:id="Ra98d993b4eba4e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aa04f787254129" /><Relationship Type="http://schemas.openxmlformats.org/officeDocument/2006/relationships/theme" Target="/ppt/theme/theme1.xml" Id="Re2e2bd2fe2e543d4" /><Relationship Type="http://schemas.openxmlformats.org/officeDocument/2006/relationships/notesMaster" Target="/ppt/notesMasters/notesMaster1.xml" Id="Rcd58d2eee2474998" /><Relationship Type="http://schemas.openxmlformats.org/officeDocument/2006/relationships/presProps" Target="/ppt/presProps.xml" Id="R18c74a9279364c6e" /><Relationship Type="http://schemas.openxmlformats.org/officeDocument/2006/relationships/viewProps" Target="/ppt/viewProps.xml" Id="Rad69ed4626144c3f" /><Relationship Type="http://schemas.openxmlformats.org/officeDocument/2006/relationships/tableStyles" Target="/ppt/tableStyles.xml" Id="Re31418948d7d4f37" /><Relationship Type="http://schemas.openxmlformats.org/officeDocument/2006/relationships/slide" Target="/ppt/slides/slide1.xml" Id="Rfdf90ddd369f4309" /><Relationship Type="http://schemas.openxmlformats.org/officeDocument/2006/relationships/slide" Target="/ppt/slides/slide2.xml" Id="Ra98d993b4eba4e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e71b6329de94e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b3edbf2d34e05" /><Relationship Type="http://schemas.openxmlformats.org/officeDocument/2006/relationships/notesMaster" Target="/ppt/notesMasters/notesMaster1.xml" Id="Rcb3453186b6149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5027f9388d4dc1" /><Relationship Type="http://schemas.openxmlformats.org/officeDocument/2006/relationships/notesMaster" Target="/ppt/notesMasters/notesMaster1.xml" Id="Rb3c149a1e4e14c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fd0be39bc4d3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7BFBEC45-B7A0-45B0-9B9C-A577EBFDD647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59479CA-555D-470B-9526-44E9CE59D85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282B1D4-1558-4C3D-B43D-EAFC3D4FCAD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14EC94-7323-4501-B097-48796960C2A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F96064-9C18-412C-9CCF-EEE58A2F07D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3e39ac7495749e8" /><Relationship Type="http://schemas.openxmlformats.org/officeDocument/2006/relationships/slideLayout" Target="/ppt/slideLayouts/slideLayout2.xml" Id="Rcf29526a5aeb4f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D7C009-8784-47B6-8718-2EDA680679D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29526a5aeb4f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ec702b707493a" /><Relationship Type="http://schemas.openxmlformats.org/officeDocument/2006/relationships/image" Target="/ppt/media/image.png" Id="R866a793eb1a94672" /><Relationship Type="http://schemas.openxmlformats.org/officeDocument/2006/relationships/notesSlide" Target="/ppt/notesSlides/notesSlide1.xml" Id="R3d8b7dde109f4d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893c5452e54a13" /><Relationship Type="http://schemas.openxmlformats.org/officeDocument/2006/relationships/image" Target="/ppt/media/image2.png" Id="R99135f3b74d34467" /><Relationship Type="http://schemas.openxmlformats.org/officeDocument/2006/relationships/notesSlide" Target="/ppt/notesSlides/notesSlide2.xml" Id="R73f05777789747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F96064-9C18-412C-9CCF-EEE58A2F0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a793eb1a946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81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F96064-9C18-412C-9CCF-EEE58A2F0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35f3b74d344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48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2026-06-02T17:56:01.8990000Z</dcterms:created>
  <dcterms:modified xsi:type="dcterms:W3CDTF">2026-06-02T17:56:01.8990000Z</dcterms:modified>
</coreProperties>
</file>